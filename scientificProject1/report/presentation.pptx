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Startup Success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CCCCC"/>
                </a:solidFill>
              </a:rPr>
              <a:t>Machine Learning on a 100 000-row Kaggle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3498DB"/>
                </a:solidFill>
              </a:rPr>
              <a:t>Supervised Classification  ·  Unsupervised Clustering  ·  PCA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Ognjen  ·  Yuzhen          PSL M1 —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Dataset &amp;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64008" cy="50292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📊  100 000 startups  ·  7 numerical + 3 categorical features  ·  no missing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Features: funding_rounds, founder_experience, team_size, market_size, product_traction, burn_rate,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7685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🎯  Target: outcome  →  3 classes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4378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Failure 55.6%   ·   Acquisition 42.3%   ·   IPO 2.1%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1927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⚠️  Class imbalance: IPO is very rare — nearly unlearnable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8620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❓  Two questions we answer: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531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Part 1 — Can we predict the outcome from features?  (Supervised)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2861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Part 2 — What natural groups exist in the data?  (Unsupervised)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EDA — Key Finding: Most Features are Noise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64008" cy="5029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Spearman correlation between each feature and outcome is near zero for 5 / 7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funding_rounds, founder_experience, team_size, market_size, burn_rate  →  ρ ≈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7685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Only 2 features carry real signal: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4378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revenue_million          ρ ≈ 0.45  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192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product_traction_users   ρ ≈ 0.38  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9476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⚙️  Preprocessing:  log1p + StandardScaler  (numerical)   ·   OrdinalEncoder  (categorical)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6168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Pipeline + ColumnTransformer — prevents data leakage across CV folds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3093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This finding will reappear in both the supervised coefficients and the unsupervised cluster profiles.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Part 1 — Supervised Learning: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64008" cy="5029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4 classifiers evaluated:   k-NN  ·  Decision Tree  ·  Logistic Regression  ·  LDA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Pipeline:   Preprocessor  →  Classifier   (all inside GridSearchCV)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6829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Tuning: 5-fold StratifiedKFold  —  each model tuned before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352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k-NN: n_neighbors  ·  DT: max_depth, min_samples_split  ·  LR: max_iter=1000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1071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Fair comparison: all models compared at their best configuration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Final evaluation on held-out test set  (20 000 samples, never seen during training)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Part 1 — Results: Logistic Regression Wins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64008" cy="5029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Best model:  Logistic Regression    CV accuracy ≈ 0.72    Test accuracy ≈ 0.72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Failure F1 = 0.775   ·   Acquisition F1 = 0.682   ·   IPO F1 ≈ 0.22  (imbalance)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7685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3-class ROC AUC:   Failure 0.84  ·  Acquisition 0.79  ·  IPO 0.91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4378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IPO AUC high because it is so rare — easy to score high probability for the majority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1927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Top features (LR coefficients):  revenue_million  &amp;  product_traction_users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Consistent with EDA — the two features with real signal drive the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616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IPO macro F1 ≈ 0.22  →  class too small to learn reliably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3093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→ This motivates the binary classification in the next step.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Binary Classification: Removing 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64008" cy="5029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IPO = 2.1% of data  →  removed.  New problem: Failure vs Acquisition only.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Same pipeline retrained on 97 900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6829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Result:   macro F1   0.584  →  0.737   (+26 %)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352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Failure F1 = 0.75   ·   Acquisition F1 = 0.72   —   much more balanced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1071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Best model again: Logistic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Binary ROC AUC = 0.816  (Acquisition vs Failure)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445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If we pick 2 startups at random, the model ranks the Acquisition above Failure 81.6% of the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3093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Takeaway: class imbalance was the main bottleneck — removing IPO recovers a strong binary classifier.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Part 2 — Unsupervised Learning: Why?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64008" cy="50292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Supervised learning uses the label.  Unsupervised asks: what structure exists in X alone?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Outcome label set aside  →  cluster on 7 numerical features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6829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Categorical features excluded: arbitrary ordinal distances distort k-Means &amp; 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43784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Preprocessing: same log1p + StandardScaler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1071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PCA → 2D for visualisation   (39.65 % variance in 2 components)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Two methods used to cross-validate each other: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445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K-Means (k=3)  on full 100 000 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005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Agglomerative / Ward  on 5 000-row subsample  (O(n²) memory limit)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Choosing k = 3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64008" cy="5029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Compared k=2 and k=3 via silhouette score + PCA scatter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k=2  silhouette = 0.1612   ·   k=3  silhouette = 0.1553  → scores nearly equal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7685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Low scores expected: synthetic dataset with 5 noisy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43784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k=2 sanity check: clusters partially align with Failure / Non-Failure 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107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Cluster 1 → 79.7% Failure   ·   Cluster 0 → 75% Non-Failure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But the split is not clean — a 2nd dimension of variation exists inside Non-Failure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616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Dendrogram (Ward) independently confirms k=3: large gap before the 3rd merge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286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k=3 chosen: richer interpretation, no meaningful loss in silhouette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Cluster Profiles — 3 Startup Archetypes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64008" cy="5029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K-Means centroids read back in original units → cluster profiles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Clusters differentiated almost exclusively by revenue &amp; product traction: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6829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1234439" cy="54864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73552"/>
            <a:ext cx="1188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Cluster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3200400"/>
            <a:ext cx="2057400" cy="54864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3273552"/>
            <a:ext cx="20116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revenue_million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3200400"/>
            <a:ext cx="2331720" cy="54864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3273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product_traction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200400"/>
            <a:ext cx="1600200" cy="54864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327355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team_size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3200400"/>
            <a:ext cx="3154680" cy="54864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9560" y="327355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Profile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234439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867912"/>
            <a:ext cx="1188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0  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3794760"/>
            <a:ext cx="205740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3080" y="3867912"/>
            <a:ext cx="20116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~1 040 000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3794760"/>
            <a:ext cx="233172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38679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~360 000 users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794760"/>
            <a:ext cx="160020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386791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~150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3794760"/>
            <a:ext cx="315468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38679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High-revenue, established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89120"/>
            <a:ext cx="1234439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462272"/>
            <a:ext cx="1188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1  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7360" y="4389120"/>
            <a:ext cx="205740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83080" y="4462272"/>
            <a:ext cx="20116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~120 000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4389120"/>
            <a:ext cx="23317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44622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~115 000 users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389120"/>
            <a:ext cx="160020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44622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~148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0" y="4389120"/>
            <a:ext cx="315468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09560" y="446227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Low-traction, struggling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83480"/>
            <a:ext cx="1234439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056632"/>
            <a:ext cx="11887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2  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7360" y="4983480"/>
            <a:ext cx="205740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83080" y="5056632"/>
            <a:ext cx="20116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~850 000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0" y="4983480"/>
            <a:ext cx="233172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86200" y="50566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~305 000 users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4983480"/>
            <a:ext cx="160020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505663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~148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63840" y="4983480"/>
            <a:ext cx="315468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09560" y="505663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Mid-revenue, early-stage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Note: all clusters similar team_size &amp; experience → revenue &amp; traction are the true discriminators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64008" cy="5029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✅  Supervised:  Logistic Regression best model  —  Test accuracy 72%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Binary (no IPO):  macro F1 0.737  ·  AUC 0.816  — strong binary classifier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7685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✅  Unsupervised:  3 coherent archetypes found by both K-Means and 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4378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Cluster profiles confirm EDA: revenue &amp; traction dominate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1927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⚠️  Fundamental limitation: dataset is synthetic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5 / 7 features are near-random noise  →  models rely on only 2 real signals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6168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  · Real-world data would have richer, correlated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37175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🔭  Extensions: non-linear models (Random Forest, XGBoost), UMAP for visualisation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63093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Both supervised and unsupervised analyses converge on the same conclusion: revenue and traction predict outcome.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